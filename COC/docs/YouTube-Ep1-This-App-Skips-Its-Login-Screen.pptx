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App Skips Its Own Login Screen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JavaFX walkthrough of the Clash of Clans final project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main() → launch() → start() — then fix the entry point.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Branch: new-gui  •  ≈12 min  •  Java devs new to JavaFX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skips its own login screen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27432"/>
          </a:xfrm>
          <a:prstGeom prst="rect">
            <a:avLst/>
          </a:prstGeom>
          <a:solidFill>
            <a:srgbClr val="141E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• JavaFX by Walking Through Clash of Clans • Ep 1 • 2/8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login screen in the repo — but nothing ever opens 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project and it boots straight into PlayerPanel: map, stats, everything — no username or password prompt.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1645920"/>
            <a:ext cx="4663440" cy="3291840"/>
          </a:xfrm>
          <a:prstGeom prst="rect">
            <a:avLst/>
          </a:prstGeom>
          <a:solidFill>
            <a:srgbClr val="141E36"/>
          </a:solidFill>
          <a:ln w="12700">
            <a:solidFill>
              <a:srgbClr val="1E2A47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6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86600" y="182880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src/com/coc/GUI.java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start(Stage stage) {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LoadData playerData = new LoadData();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Player player =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new LogInController(...).getPlayer("", "");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new PlayerPanel(player, ...).start(new Stage());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2743200" cy="1371600"/>
          </a:xfrm>
          <a:prstGeom prst="rect">
            <a:avLst/>
          </a:prstGeom>
          <a:solidFill>
            <a:srgbClr val="141E36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5663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shown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4892040"/>
            <a:ext cx="2743200" cy="1371600"/>
          </a:xfrm>
          <a:prstGeom prst="rect">
            <a:avLst/>
          </a:prstGeom>
          <a:solidFill>
            <a:srgbClr val="141E36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505663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66160" y="5852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Player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4892040"/>
            <a:ext cx="2743200" cy="1371600"/>
          </a:xfrm>
          <a:prstGeom prst="rect">
            <a:avLst/>
          </a:prstGeom>
          <a:solidFill>
            <a:srgbClr val="141E36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505663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5852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logins required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GUI.java: main() → launch() → start()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27432"/>
          </a:xfrm>
          <a:prstGeom prst="rect">
            <a:avLst/>
          </a:prstGeom>
          <a:solidFill>
            <a:srgbClr val="141E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• JavaFX by Walking Through Clash of Clans • Ep 1 • 3/8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766560" cy="3840480"/>
          </a:xfrm>
          <a:prstGeom prst="rect">
            <a:avLst/>
          </a:prstGeom>
          <a:solidFill>
            <a:srgbClr val="141E36"/>
          </a:solidFill>
          <a:ln w="12700">
            <a:solidFill>
              <a:srgbClr val="1E2A47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6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6309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package com.coc;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import controller.LogInController;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import javafx.application.Application;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import javafx.stage.Stage;</a:t>
            </a:r>
            <a:pPr indent="0" marL="0">
              <a:buNone/>
            </a:pP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public class GUI extends Application {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public static void main(String[] args) {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launch();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}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@Override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public void start(Stage stage) {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LoadData playerData = new LoadData();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Player player =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    new LogInController(playerData.getPlayers())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    .getPlayer("", "");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new PlayerPanel(player, playerData.getPlayers())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    .start(new Stage());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}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56235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"/>
              </a:lnSpc>
              <a:buNone/>
            </a:pPr>
            <a:r>
              <a:rPr lang="en-US" sz="125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main() calls launch() — the JavaFX static entry point. The runtime starts the FX thread, instantiates GUI, and calls start(Stage).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this episode: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launch()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2697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/ Scene (first sight)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JavaFX app lifecycle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module-info needs javafx.controls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getPlayer("", "") invents a player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27432"/>
          </a:xfrm>
          <a:prstGeom prst="rect">
            <a:avLst/>
          </a:prstGeom>
          <a:solidFill>
            <a:srgbClr val="141E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• JavaFX by Walking Through Clash of Clans • Ep 1 • 4/8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766560" cy="4023360"/>
          </a:xfrm>
          <a:prstGeom prst="rect">
            <a:avLst/>
          </a:prstGeom>
          <a:solidFill>
            <a:srgbClr val="141E36"/>
          </a:solidFill>
          <a:ln w="12700">
            <a:solidFill>
              <a:srgbClr val="1E2A47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6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public Player getPlayer(String idPlayer, String password) {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for (Player player : players) {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if (player.getIdPlayer().equals(idPlayer) &amp;&amp;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    player.getPassword().equals(password)) {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    return player;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    }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}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return new Player(new MapLoader(4, "map4"), "", "");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//throw new Exception("username or password is wrong!");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57150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src/controller/LogInController.java:21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69164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empty credentials, no real player matches. So line 21 returns a fabricated Player instead of throwing — and GUI.java hands that fake player straight to PlayerPanel. No login ever happens.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206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"/>
              </a:lnSpc>
              <a:buNone/>
            </a:pPr>
            <a:r>
              <a:rPr lang="en-US" sz="13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22 shows the real behavior was deliberately commented out.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app: module-info.java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27432"/>
          </a:xfrm>
          <a:prstGeom prst="rect">
            <a:avLst/>
          </a:prstGeom>
          <a:solidFill>
            <a:srgbClr val="141E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• JavaFX by Walking Through Clash of Clans • Ep 1 • 5/8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766560" cy="3657600"/>
          </a:xfrm>
          <a:prstGeom prst="rect">
            <a:avLst/>
          </a:prstGeom>
          <a:solidFill>
            <a:srgbClr val="141E36"/>
          </a:solidFill>
          <a:ln w="12700">
            <a:solidFill>
              <a:srgbClr val="1E2A47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6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module com.coc {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requires javafx.controls;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requires javafx.fxml;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requires javafx.media;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requires javafx.base;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requires javafx.graphics;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requires assets;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requires org.yaml.snakeyaml;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requires cr0s.javara.main;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src/module-info.java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5715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"/>
              </a:lnSpc>
              <a:buNone/>
            </a:pPr>
            <a:r>
              <a:rPr lang="en-US" sz="125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 system gates what JavaFX packages are available. Application, Stage, Scene all live in javafx.controls — without that require, the code won’t compile on the module path. Ant run target: build.xml:61.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on screen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module-info.java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build.xml run target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classpath vs module path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300" i="1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thread: assets module + module-info requirements (returns in Ep 4)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Refactor: start at LogIn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27432"/>
          </a:xfrm>
          <a:prstGeom prst="rect">
            <a:avLst/>
          </a:prstGeom>
          <a:solidFill>
            <a:srgbClr val="141E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• JavaFX by Walking Through Clash of Clans • Ep 1 • 6/8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GUI.start() so it opens the real LogIn screen instead of fabricating a player: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6766560" cy="3108960"/>
          </a:xfrm>
          <a:prstGeom prst="rect">
            <a:avLst/>
          </a:prstGeom>
          <a:solidFill>
            <a:srgbClr val="141E36"/>
          </a:solidFill>
          <a:ln w="12700">
            <a:solidFill>
              <a:srgbClr val="1E2A47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6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6032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public void start(Stage stage) {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LoadData playerData = new LoadData();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  new LogIn(playerData.getPlayers()).start(stage);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55778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"/>
              </a:lnSpc>
              <a:buNone/>
            </a:pPr>
            <a:r>
              <a:rPr lang="en-US" sz="12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the given Stage — no new Stage per screen yet (that’s Ep 2).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opens on 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PlayerPanel only after login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still runnable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34290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300" i="1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thread: one Application per screen (“new X(...).start(new Stage())”) — payoff in Ep 2 &amp; 6.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→ after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27432"/>
          </a:xfrm>
          <a:prstGeom prst="rect">
            <a:avLst/>
          </a:prstGeom>
          <a:solidFill>
            <a:srgbClr val="141E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• JavaFX by Walking Through Clash of Clans • Ep 1 • 7/8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launch → PlayerPanel (no login shown).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launch → LogIn → (on success) PlayerPanel.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 beats this episode: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Run the app — observe it lands on PlayerPanel, without LogIn.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Inspect LogInController.getPlayer("", "") — fabricated Player at line 21.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Walk module-info.java — read the requires lines.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Edit GUI.java — redirect entry point to LogIn.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Run again — confirm it now opens on LogIn.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beat: redirect the entry point to the real LogIn screen so the journey starts correctly.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Is Its Own 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time: Episode 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27432"/>
          </a:xfrm>
          <a:prstGeom prst="rect">
            <a:avLst/>
          </a:prstGeom>
          <a:solidFill>
            <a:srgbClr val="141E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• JavaFX by Walking Through Clash of Clans • Ep 1 • 8/8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is itself a javafx.application.Application — and every screen in this project creates its own Stage with new Stage().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8F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works, but it’s a smell. Next episode we draw LogIn’s scene graph by hand and replace one-Stage-per-screen with a single Screens.show(...) navigation helper.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up: scene graph • BorderPane / VBox / HBox • navigation refactor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2026-10-19T12:21:54Z</dcterms:created>
  <dcterms:modified xsi:type="dcterms:W3CDTF">2026-10-19T12:21:54Z</dcterms:modified>
</cp:coreProperties>
</file>